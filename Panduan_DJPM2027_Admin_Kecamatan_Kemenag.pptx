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38912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MEDAN  -  DINAS SOSIAL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DJPM 2027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286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Jasa Pelayanan - Tahun Anggaran 2027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Khusus Admin Kecamatan &amp; Kementerian Agama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September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56616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2E7D32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566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KECAMATAN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356616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00695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566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KEMENAG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62179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Sosial Kota Medan  |  Jl. Pelajar No. 1, Kota Medan  |  Sumatera Utara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 Panduan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 Sistem DJPM 2027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46304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1417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Login &amp; Keamanan Akun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606040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Admin Kecamatan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606040"/>
            <a:ext cx="640080" cy="64008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560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Admin Kemenag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749040"/>
            <a:ext cx="640080" cy="6400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703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Mengisi Form Data Penerima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611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7490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3703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&amp; Pencegahan Duplikat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89204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846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&amp; Memverifikasi Data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475488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4892040"/>
            <a:ext cx="640080" cy="64008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0" y="4846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Umum (FAQ)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Gambaran Umum Sistem DJPM 2027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DJPM?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Jasa Pelayanan Masyarakat (DJPM) adalah program Pemerintah Kota Medan yang memberikan insentif kepada tokoh-tokoh pelayan masyarakat di bidang keagamaan dan sosial. Sistem ini memudahkan proses pendataan, verifikasi, dan pelaporan penerima DJPM secara digital dan terpusat.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80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Kecamatan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se-Kota Medan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74320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880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Kemenag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Berbagai layanan agama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880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Akun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Kecamatan, Kemenag, Utama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274320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880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8116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Otomatis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8116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NIK, Rekening, Kuota, dll.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983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Sistem: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3035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303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5367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31720" y="53035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5303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Form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9080" y="5367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0" y="53035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5303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5367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53035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5303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Berkas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01000" y="5367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0" y="53035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5303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66960" y="5367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195560" y="530352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95560" y="5303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D47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Cara Login &amp; Keamanan Akun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89888"/>
            <a:ext cx="640080" cy="64008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URL sistem yang diberikan oleh admin utama Dinas Sosial Kota Medan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95728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Username dan Password yang telah diberikan oleh admin utama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01568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'Masuk' - sistem akan memverifikasi kredensial Anda secara aman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407408"/>
            <a:ext cx="640080" cy="64008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07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3891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Profil (Nama Lengkap, No. HP, Jabatan) jika baru pertama kali login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534924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949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PERHATIAN - Keamanan Akun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 Sistem mengunci akun setelah 5 kali percobaan login gagal (terkunci 15 menit).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 Sesi otomatis berakhir setelah 6 jam - simpan pekerjaan Anda secara berkala.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 Jangan bagikan password kepada siapa pun. Hubungi admin utama jika lupa password.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Panduan Admin Kecamatan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920240" cy="594360"/>
          </a:xfrm>
          <a:prstGeom prst="roundRect">
            <a:avLst>
              <a:gd name="adj" fmla="val 18462"/>
            </a:avLst>
          </a:prstGeom>
          <a:solidFill>
            <a:srgbClr val="F9A8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274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KECAMATAN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 Admin Kecamatan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data penerima layanan NON-Kemenag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9572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bisa input data untuk kecamatannya sendiri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08376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540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05409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seluruh data yang diinput di kecamatannya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124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71246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dapat mengakses data kecamatan lain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25112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708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437083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dapat mengisi layanan wewenang Kemenag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98348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0292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502920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mengekspor data kecamatannya ke spreadsheet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yang Dapat Diinput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16916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173736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173736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Masjid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0" y="235000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23957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239572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Nazir Masjid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300837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305409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305409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Nazir Musholla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0" y="366674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37124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03720" y="371246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Pengurus Gereja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0" y="432511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437083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03720" y="437083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Pengurus Vihara / Klenteng / Kuil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0" y="49834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50292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03720" y="502920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Sekolah Minggu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65760" y="5779008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833872"/>
            <a:ext cx="10972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LARANGAN: Admin Kecamatan TIDAK BERWENANG mengisi layanan wewenang Kemenag (Khatib Jumat, Guru Maghrib Mengaji, dsb.)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Panduan Admin Kemenag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920240" cy="594360"/>
          </a:xfrm>
          <a:prstGeom prst="roundRect">
            <a:avLst>
              <a:gd name="adj" fmla="val 18462"/>
            </a:avLst>
          </a:prstGeom>
          <a:solidFill>
            <a:srgbClr val="F9A8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274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KEMENAG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Akun Kemenag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Kemenag memiliki Role yang sama dengan nama layanan yang dikelolanya. Satu akun hanya dapat mengisi dan melihat data untuk 1 jenis layanan sesuai wewenangnya.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Khatib Jumat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Khotbah salat Jumat di Masjid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Maghrib Mengaji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Al-Quran untuk masyarakat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Sekolah Minggu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 anak di gereja (Kristen/Katolik)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Gereja Katolik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 liturgi gereja Katolik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65760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Pemain Musik Gereja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Musisi pelayan ibadah gereja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365760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Pengurus Vihara / Klenteng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tempat ibadah Buddha/Konghucu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51206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1663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Penting: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 Akun Kemenag HANYA bisa melihat dan mengisi data sesuai layanan dalam Role-nya.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 Jika akun terikat ke 1 kecamatan, hanya bisa input/lihat data kecamatan tersebut.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 Bimas Katolik hanya melihat GSM di gereja Katolik; Bimas Kristen hanya yang non-Katolik.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Cara Mengisi Form Data Penerima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623560" cy="1325880"/>
          </a:xfrm>
          <a:prstGeom prst="roundRect">
            <a:avLst>
              <a:gd name="adj" fmla="val 8276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77240" cy="7772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Kecamatan &amp; Layanan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kecamatan dan jenis layanan di awal form. Sistem akan otomatis mengecek ketersediaan kuota.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623560" cy="1325880"/>
          </a:xfrm>
          <a:prstGeom prst="roundRect">
            <a:avLst>
              <a:gd name="adj" fmla="val 8276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371600"/>
            <a:ext cx="777240" cy="77724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371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1325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Pribadi Penerima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176479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Nama Lengkap, NIK (16 digit), Jenis Kelamin, Tempat/Tanggal Lahir, dan Alamat lengkap.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15768"/>
            <a:ext cx="5623560" cy="1325880"/>
          </a:xfrm>
          <a:prstGeom prst="roundRect">
            <a:avLst>
              <a:gd name="adj" fmla="val 8276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52928"/>
            <a:ext cx="777240" cy="777240"/>
          </a:xfrm>
          <a:prstGeom prst="ellipse">
            <a:avLst/>
          </a:prstGeom>
          <a:solidFill>
            <a:srgbClr val="8E24A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529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28072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Tempat Tugas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2461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Tempat Tugas (nama masjid/gereja/dll.), Alamat Tempat Tugas, dan Kelurahan wilayah tugas.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715768"/>
            <a:ext cx="5623560" cy="1325880"/>
          </a:xfrm>
          <a:prstGeom prst="roundRect">
            <a:avLst>
              <a:gd name="adj" fmla="val 8276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852928"/>
            <a:ext cx="777240" cy="77724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8529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28072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Rekening Bank Sumut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32461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Nama Rekening, Nomor Rekening Bank Sumut (14 digit), dan nama Kantor Cabang.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197096"/>
            <a:ext cx="5623560" cy="1325880"/>
          </a:xfrm>
          <a:prstGeom prst="roundRect">
            <a:avLst>
              <a:gd name="adj" fmla="val 8276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34256"/>
            <a:ext cx="777240" cy="777240"/>
          </a:xfrm>
          <a:prstGeom prst="ellipse">
            <a:avLst/>
          </a:prstGeom>
          <a:solidFill>
            <a:srgbClr val="AB47B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3425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28853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Berkas Pendukung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7274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foto KTP, foto buku rekening (halaman muka), dan foto penerima (format JPG/PNG).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197096"/>
            <a:ext cx="5623560" cy="1325880"/>
          </a:xfrm>
          <a:prstGeom prst="roundRect">
            <a:avLst>
              <a:gd name="adj" fmla="val 8276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334256"/>
            <a:ext cx="777240" cy="777240"/>
          </a:xfrm>
          <a:prstGeom prst="ellipse">
            <a:avLst/>
          </a:prstGeom>
          <a:solidFill>
            <a:srgbClr val="BA68C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33425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60920" y="428853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Data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472744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'Kirim Data' - sistem memvalidasi dan menyimpan otomatis jika semua data valid dan kuota tersedia.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5687568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Usia penerima minimal 18 tahun (dihitung per 1 Januari 2027). Nomor HP wajib diisi untuk keperluan konfirmasi.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C628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Validasi &amp; Pencegahan Duplikat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secara otomatis memvalidasi data sebelum disimpan untuk menjaga kualitas data: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657600" cy="1783080"/>
          </a:xfrm>
          <a:prstGeom prst="roundRect">
            <a:avLst>
              <a:gd name="adj" fmla="val 6154"/>
            </a:avLst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847088"/>
            <a:ext cx="3438144" cy="411480"/>
          </a:xfrm>
          <a:prstGeom prst="roundRect">
            <a:avLst>
              <a:gd name="adj" fmla="val 17778"/>
            </a:avLst>
          </a:prstGeom>
          <a:solidFill>
            <a:srgbClr val="B71C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47088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NIK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331720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16 digit hanya boleh masuk 1 kali dalam satu tahun anggaran.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57600" cy="1783080"/>
          </a:xfrm>
          <a:prstGeom prst="roundRect">
            <a:avLst>
              <a:gd name="adj" fmla="val 6154"/>
            </a:avLst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47088"/>
            <a:ext cx="3438144" cy="411480"/>
          </a:xfrm>
          <a:prstGeom prst="roundRect">
            <a:avLst>
              <a:gd name="adj" fmla="val 17778"/>
            </a:avLst>
          </a:prstGeom>
          <a:solidFill>
            <a:srgbClr val="880E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847088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Rekening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7408" y="2331720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rekening Bank Sumut yang sudah dipakai orang lain akan diblokir.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3657600" cy="1783080"/>
          </a:xfrm>
          <a:prstGeom prst="roundRect">
            <a:avLst>
              <a:gd name="adj" fmla="val 6154"/>
            </a:avLst>
          </a:prstGeom>
          <a:solidFill>
            <a:srgbClr val="FBE9E7"/>
          </a:solidFill>
          <a:ln w="12700">
            <a:solidFill>
              <a:srgbClr val="FFAB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1847088"/>
            <a:ext cx="3438144" cy="411480"/>
          </a:xfrm>
          <a:prstGeom prst="roundRect">
            <a:avLst>
              <a:gd name="adj" fmla="val 17778"/>
            </a:avLst>
          </a:prstGeom>
          <a:solidFill>
            <a:srgbClr val="BF360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847088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Tugas Ganda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9328" y="2331720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Masjid, Nazir, Pengurus Gereja/Vihara: 1 tempat ibadah hanya 1 penerima.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3657600" cy="1783080"/>
          </a:xfrm>
          <a:prstGeom prst="roundRect">
            <a:avLst>
              <a:gd name="adj" fmla="val 6154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813048"/>
            <a:ext cx="3438144" cy="411480"/>
          </a:xfrm>
          <a:prstGeom prst="roundRect">
            <a:avLst>
              <a:gd name="adj" fmla="val 17778"/>
            </a:avLst>
          </a:prstGeom>
          <a:solidFill>
            <a:srgbClr val="E651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813048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Kuota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4297680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kecamatan punya kuota per layanan. Input ditolak bila kuota penuh.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3657600" cy="1783080"/>
          </a:xfrm>
          <a:prstGeom prst="roundRect">
            <a:avLst>
              <a:gd name="adj" fmla="val 6154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08" y="3813048"/>
            <a:ext cx="3438144" cy="411480"/>
          </a:xfrm>
          <a:prstGeom prst="roundRect">
            <a:avLst>
              <a:gd name="adj" fmla="val 17778"/>
            </a:avLst>
          </a:prstGeom>
          <a:solidFill>
            <a:srgbClr val="1B5E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3813048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Domisili Capil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07408" y="4297680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yang terdaftar domisili di luar Kota Medan otomatis ditolak sistem.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703320"/>
            <a:ext cx="3657600" cy="178308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9328" y="3813048"/>
            <a:ext cx="3438144" cy="411480"/>
          </a:xfrm>
          <a:prstGeom prst="roundRect">
            <a:avLst>
              <a:gd name="adj" fmla="val 17778"/>
            </a:avLst>
          </a:prstGeom>
          <a:solidFill>
            <a:srgbClr val="0D47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3813048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Tahun Lalu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9328" y="4297680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dengan status tidak aktif/dicoret di data tahun lalu tidak bisa didaftarkan kembali.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Melihat &amp; Memverifikasi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Lihat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320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76479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Kecamatan hanya melihat data kecamatannya sendiri (non-Kemenag)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23744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87752"/>
            <a:ext cx="320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569464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Kemenag hanya melihat data sesuai layanan dan kecamatannya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92424"/>
            <a:ext cx="320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374136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baris data untuk melihat detail lengkap beserta berkas yang diupload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133088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97096"/>
            <a:ext cx="320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417880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tombol 'Ekspor' untuk menyimpan data ke spreadsheet Google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937760"/>
            <a:ext cx="5669280" cy="713232"/>
          </a:xfrm>
          <a:prstGeom prst="roundRect">
            <a:avLst>
              <a:gd name="adj" fmla="val 102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001768"/>
            <a:ext cx="320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498348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dapat disortir dan difilter sesuai kebutuhan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Verifikasi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1719072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9C4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801368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F57F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801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Verifikasi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1783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baru diterima, belum diverifikasi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724912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2807208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1B5E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8072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Memenuhi Syarat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27889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telah diverifikasi dan dinyatakan sah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730752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813048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B71C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8130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Memenuhi Syarat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3794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ditolak, tidak memenuhi persyaratan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4736592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4818888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E651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8188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Tidak Lengkap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48006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perlu dilengkapi/diperbaiki oleh pemohon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5779008"/>
            <a:ext cx="5303520" cy="502920"/>
          </a:xfrm>
          <a:prstGeom prst="roundRect">
            <a:avLst>
              <a:gd name="adj" fmla="val 18182"/>
            </a:avLst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833872"/>
            <a:ext cx="5029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Verifikasi: Admin Kecamatan &amp; Kemenag dapat menandai status data dan melaporkan berkas tidak lengkap.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Pertanyaan Umum (FAQ)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07592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0759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984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 jika saya salah mengisi data?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admin utama Dinas Sosial Kota Medan untuk melakukan koreksi. Admin utama memiliki hak edit data.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307592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0759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2984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muncul pesan 'Kuota Penuh'?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801368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013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178308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Kuota untuk layanan di kecamatan tersebut sudah habis. Hubungi admin utama untuk konfirmasi kuota.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07208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80360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87121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Bisakah input setelah periode ditutup?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374136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7413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355848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bisa. Jika periode input sudah ditutup admin utama, semua input baru akan ditolak secara otomatis.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807208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880360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880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87121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Bisakah satu orang menerima dua layanan?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374136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37413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3355848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Tidak. Satu NIK hanya boleh terdaftar untuk satu layanan dalam satu tahun anggaran.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379976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453128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531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4439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jika upload berkas gagal?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946904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469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928616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ukuran file tidak terlalu besar (maks ~5MB) dan format JPG/PNG. Coba lagi dengan koneksi stabil.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4379976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4453128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3747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4531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44439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NIK ditolak 'domisili luar Kota Medan'?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0" y="4946904"/>
            <a:ext cx="41148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9469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4928616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memeriksa data Capil otomatis. NIK yang tidak berdomisili di Kota Medan tidak bisa didaftarkan.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612880" y="6263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457200"/>
            <a:ext cx="3657600" cy="502920"/>
          </a:xfrm>
          <a:prstGeom prst="roundRect">
            <a:avLst>
              <a:gd name="adj" fmla="val 45455"/>
            </a:avLst>
          </a:prstGeom>
          <a:solidFill>
            <a:srgbClr val="F9A8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457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RESMI DJPM 2027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Kasih!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Semoga panduan ini membantu kelancaran input dan verifikasi data penerima DJPM 2027.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3154680"/>
            <a:ext cx="36576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474720"/>
            <a:ext cx="9418320" cy="2011680"/>
          </a:xfrm>
          <a:prstGeom prst="roundRect">
            <a:avLst>
              <a:gd name="adj" fmla="val 9091"/>
            </a:avLst>
          </a:prstGeom>
          <a:solidFill>
            <a:srgbClr val="00695C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54787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Bantuan? Hubungi: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40416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Instansi: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404164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Sosial Kota Medan - Jl. Pelajar No. 1, Medan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45445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4456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koordinator kecamatan atau Kemenag setempat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5047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Sistem: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504748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sistem disediakan oleh admin utama Dinas Sosial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1722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DJPM 2027  |  Dinas Sosial Kota Medan  |  Seluruh hak dilindungi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Pemerintah Kota Medan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Penggunaan Sistem DJPM 2027</dc:title>
  <dc:subject>Panduan Sistem DJPM 2027 - Admin Kecamatan &amp; Kemenag</dc:subject>
  <dc:creator>Dinas Sosial Kota Medan</dc:creator>
  <cp:lastModifiedBy>Dinas Sosial Kota Medan</cp:lastModifiedBy>
  <cp:revision>1</cp:revision>
  <dcterms:created xsi:type="dcterms:W3CDTF">2026-09-05T09:12:00Z</dcterms:created>
  <dcterms:modified xsi:type="dcterms:W3CDTF">2026-09-05T09:12:00Z</dcterms:modified>
</cp:coreProperties>
</file>